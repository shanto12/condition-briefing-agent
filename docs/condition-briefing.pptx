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38912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 briefing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00200"/>
            <a:ext cx="106984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6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strategy team deciding a service-line investment (example: dementia)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6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standard of care, treatments in development, and the companies involved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6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public sources and our own documents, including PDFs and spreadsheets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6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source, or it is left out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6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approves it before it is final</a:t>
            </a:r>
            <a:endParaRPr lang="en-US" sz="2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2600" dirty="0">
                <a:solidFill>
                  <a:srgbClr val="1C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recommend a payment or a dose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 briefing</dc:title>
  <dc:subject>One-page customer briefing</dc:subject>
  <dc:creator>Condition Briefing</dc:creator>
  <cp:lastModifiedBy>Condition Briefing</cp:lastModifiedBy>
  <cp:revision>1</cp:revision>
  <dcterms:created xsi:type="dcterms:W3CDTF">2026-10-09T18:18:58Z</dcterms:created>
  <dcterms:modified xsi:type="dcterms:W3CDTF">2026-10-09T18:18:58Z</dcterms:modified>
</cp:coreProperties>
</file>